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102" y="1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B4450-1AC8-46A8-B05D-E6483E2CC1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96E9D0-9AF4-43F0-8B5C-21077089E9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ko-KR"/>
              <a:t>Click to edit Master subtitle style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B33882-16C2-4822-93E8-FD8C7C7D8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10195-CC50-41B2-81AA-7ADD2590CFBB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313D07-2E4F-4EB4-9356-861B85429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9E7374-FA4B-4EA8-B1D0-C11DA10A6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20942-C918-41A1-BFF5-36E6A20253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02112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426F5-820C-43FD-88A8-B4B2D9090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35D2F6-4F25-4B2F-BFDC-6218BFDDEF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BA4AB1-5E30-47C8-BE6B-76474A51D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10195-CC50-41B2-81AA-7ADD2590CFBB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0F0893-3C52-493F-BCD3-3F0607B1D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6256E9-8E2D-41DB-BC80-CC7581090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20942-C918-41A1-BFF5-36E6A20253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46969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57D23-44A1-4FB1-BF85-521F70BD4C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DFC8C0-7714-43AD-A67C-FC284C6D22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C122DE-4F66-46A2-9A6F-82FF981E04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10195-CC50-41B2-81AA-7ADD2590CFBB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DA20B1-D53D-4B40-BB87-DBDFAB141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017507-60BA-4098-B091-A81CF0382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20942-C918-41A1-BFF5-36E6A20253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03960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E3DED-FAB4-4F0D-AF00-0D6C4395F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158EB4-B116-4EC5-BE8D-08D6C0E371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BDE4E8-45DC-41FA-B20F-5868934882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CB1A9E-EBCF-4304-AB91-C1D967B6C4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10195-CC50-41B2-81AA-7ADD2590CFBB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214B7B-30A7-4144-BEC8-1ACC79A147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FB6096-321B-43D7-BD45-BBA1F2ADE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20942-C918-41A1-BFF5-36E6A20253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27412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2BE7A-F54C-49AE-8D11-3203AE2A3B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46C39E-AE1B-46F3-80FC-1D07C59C34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B7D9C6-6D84-4C3A-8594-DFC2CF4F58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DB9A4A-8E1A-4CF3-9BF5-051E6CD75A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36B12F-D246-4A19-89D2-24EA6F04B8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CD7F30-E02F-4C9E-B2F5-B49939012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10195-CC50-41B2-81AA-7ADD2590CFBB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9E52F7-E3F2-4764-8ED6-9D3B66BCE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DA3599-27A5-458F-9163-94941CFAE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20942-C918-41A1-BFF5-36E6A20253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25920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4555E4-431F-4D61-8289-1AF855583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70EF4C-9702-4854-9B00-79A345E14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10195-CC50-41B2-81AA-7ADD2590CFBB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F5D765-7D57-43DE-9D55-1787D7DFD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13D021-D078-4F70-88A3-23991A0BF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20942-C918-41A1-BFF5-36E6A20253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06299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156AE09-CB58-4055-8B67-ADF0B425C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10195-CC50-41B2-81AA-7ADD2590CFBB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4E79BD-9F88-4579-8A31-BBC70533E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1FD5F7-FECB-4A81-A539-0647FD1A7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20942-C918-41A1-BFF5-36E6A20253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09540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7A360-9854-4836-9C13-A6867D402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F6C176-A754-4699-AF72-D47F016C50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593F7E-86D3-4769-88FD-859393B49F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18FC42-B0BE-4CFA-BFA3-2DFD7846C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10195-CC50-41B2-81AA-7ADD2590CFBB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5375F8-B456-492E-A5C1-321033EF8D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8121DB-1E4E-4B2E-98A0-ABA117894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20942-C918-41A1-BFF5-36E6A20253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80495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2E0F8-28AC-4CF0-BC5F-A1F2DD90EE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E54589-99B0-4355-B063-DD20F7043B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15499C-D7AE-467D-A3F1-E5592AD565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A99F87-7DF5-4AA6-8EB9-9474C5DD03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10195-CC50-41B2-81AA-7ADD2590CFBB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C078F3-A493-403D-B6AB-611300D7F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367405-D95F-4D04-823C-EBAC0CD39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20942-C918-41A1-BFF5-36E6A20253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02533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372A26-3893-4260-8587-0ECF65838B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AB11E2-1D3E-4084-9E0F-64178696E7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FB1998-9226-42B9-8C60-A4D8146CAC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10195-CC50-41B2-81AA-7ADD2590CFBB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404FB9-605C-4768-8100-7626CCCE7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8FE03F-AB8B-489C-95E3-6F088C12B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20942-C918-41A1-BFF5-36E6A20253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7475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95D8FB8-2109-48DC-B188-A87F03DB25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9BC8C1-36DF-4EF3-B561-6C9E3CD29E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B8C015-1FB9-4CBA-B13D-CBFDEA482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10195-CC50-41B2-81AA-7ADD2590CFBB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29B3C5-7690-46B0-ACEB-214FFB96F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55654A-7335-481F-B046-98927C431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20942-C918-41A1-BFF5-36E6A20253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28424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D7F63E-E618-4FBC-8A0C-DBA0B7ED3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D86599-F548-40EB-A93F-60EAED6EFE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0BD272-BD01-4AF1-A29B-B19B3BA852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410195-CC50-41B2-81AA-7ADD2590CFBB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579486-1B5A-4AF3-B9C1-0FF7CAA3AB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834713-73E7-4E61-8750-4D952960B1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920942-C918-41A1-BFF5-36E6A20253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04963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BF80538-7DA7-402C-9642-ADE565B2AF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561" y="0"/>
            <a:ext cx="1136887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27305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8C0214E-A576-452C-84FF-FAD7E820C0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773" y="0"/>
            <a:ext cx="1046845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3245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62F7009-C2FE-4E71-8565-C366985CE5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9212" y="828675"/>
            <a:ext cx="955357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23864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C0D4C0A-8FFB-4A52-8A8B-AB3EAA2103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9712" y="347662"/>
            <a:ext cx="9172575" cy="6162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18456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04455C6-5171-41CF-BDCF-805D9508DA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" y="1895475"/>
            <a:ext cx="12020550" cy="3067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90881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22F6A20-CCA9-4B75-B973-9DD6A35E42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4625" y="1333500"/>
            <a:ext cx="676275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66205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F5FBFE8-E02E-436C-AC25-832E6C7045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4625" y="1962150"/>
            <a:ext cx="6762750" cy="293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84663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CECDB9C-6B3E-457F-8B9A-2D2E870EB1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275" y="1909762"/>
            <a:ext cx="11601450" cy="3038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77066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463632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212</TotalTime>
  <Words>0</Words>
  <Application>Microsoft Office PowerPoint</Application>
  <PresentationFormat>Widescreen</PresentationFormat>
  <Paragraphs>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juseok yun</dc:creator>
  <cp:lastModifiedBy>juseok yun</cp:lastModifiedBy>
  <cp:revision>2</cp:revision>
  <dcterms:created xsi:type="dcterms:W3CDTF">2026-08-26T09:35:32Z</dcterms:created>
  <dcterms:modified xsi:type="dcterms:W3CDTF">2026-08-26T13:07:50Z</dcterms:modified>
</cp:coreProperties>
</file>